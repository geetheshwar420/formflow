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8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15897E-3E93-4D26-8835-24355FC947F7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E34373-38A1-454E-9D3D-211E5D8B93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47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E0D64-6AEF-BC9F-CBA9-242AE3E73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2AF655-EBAE-77A3-2909-B154FA55EB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935E1B-6F98-A642-4B25-AD2F627AE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AA2EB-826C-33A9-3AC3-B6E4E6EC9C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34373-38A1-454E-9D3D-211E5D8B939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584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E34373-38A1-454E-9D3D-211E5D8B939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624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recharts.org/" TargetMode="External"/><Relationship Id="rId3" Type="http://schemas.openxmlformats.org/officeDocument/2006/relationships/hyperlink" Target="https://formbricks.com/" TargetMode="External"/><Relationship Id="rId7" Type="http://schemas.openxmlformats.org/officeDocument/2006/relationships/hyperlink" Target="https://ui.shadcn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irebase.google.com/" TargetMode="External"/><Relationship Id="rId5" Type="http://schemas.openxmlformats.org/officeDocument/2006/relationships/hyperlink" Target="https://nextjs.org/docs" TargetMode="External"/><Relationship Id="rId4" Type="http://schemas.openxmlformats.org/officeDocument/2006/relationships/hyperlink" Target="https://ohmyform.com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35D88-2DD9-E716-7D49-837C0D18F6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199" y="763917"/>
            <a:ext cx="8991600" cy="2225546"/>
          </a:xfrm>
        </p:spPr>
        <p:txBody>
          <a:bodyPr>
            <a:normAutofit/>
          </a:bodyPr>
          <a:lstStyle/>
          <a:p>
            <a:r>
              <a:rPr lang="en-IN" dirty="0" err="1"/>
              <a:t>FormFlow</a:t>
            </a:r>
            <a:br>
              <a:rPr lang="en-IN" dirty="0"/>
            </a:br>
            <a:r>
              <a:rPr lang="en-US" sz="2700" dirty="0"/>
              <a:t>A Modern Platform for Creating, Sharing, and Analyzing Online Forms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AB04193-7879-5AC1-ACD9-D8D13899058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098316" y="9231156"/>
            <a:ext cx="841525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79ED746-8F7A-CB06-A92B-34EF729D1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538" y="3558737"/>
            <a:ext cx="870892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Team Details: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Geetheshwar G(99220040368)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S. </a:t>
            </a:r>
            <a:r>
              <a:rPr lang="en-US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Durga(9924054004)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 err="1">
                <a:solidFill>
                  <a:schemeClr val="bg1"/>
                </a:solidFill>
                <a:latin typeface="Arial" panose="020B0604020202020204" pitchFamily="34" charset="0"/>
              </a:rPr>
              <a:t>M.Maheswari</a:t>
            </a:r>
            <a:r>
              <a:rPr lang="en-US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 (9924054012)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 err="1">
                <a:solidFill>
                  <a:schemeClr val="bg1"/>
                </a:solidFill>
                <a:latin typeface="Arial" panose="020B0604020202020204" pitchFamily="34" charset="0"/>
              </a:rPr>
              <a:t>S.Harinath</a:t>
            </a:r>
            <a:r>
              <a:rPr lang="en-US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 (9924054011)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 err="1">
                <a:solidFill>
                  <a:schemeClr val="bg1"/>
                </a:solidFill>
                <a:latin typeface="Arial" panose="020B0604020202020204" pitchFamily="34" charset="0"/>
              </a:rPr>
              <a:t>M.Guna</a:t>
            </a:r>
            <a:r>
              <a:rPr lang="en-US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 Sundhar (9924054006)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5025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F2F4C-CABE-4BDD-BE5C-53E0B78C9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526026"/>
            <a:ext cx="7729728" cy="1188720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58AF668-2AC1-25A0-8588-D3D3128730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35194" y="1853509"/>
            <a:ext cx="9521611" cy="3901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Overview: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FormFlow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powerful and intuitive web platform designed to streamline the process of collecting and analyzing data.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provide a seamless experience for both form creators and respondents through a modern, user-friendly interface.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Functionality: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application allows users to build custom forms, share them via short links, and visualize response data in real-time.</a:t>
            </a:r>
          </a:p>
        </p:txBody>
      </p:sp>
    </p:spTree>
    <p:extLst>
      <p:ext uri="{BB962C8B-B14F-4D97-AF65-F5344CB8AC3E}">
        <p14:creationId xmlns:p14="http://schemas.microsoft.com/office/powerpoint/2010/main" val="2188878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6D7DF-750C-015E-24C7-EA4DDBC40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689FB-C1AF-D74D-E2AE-C8FCBD980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1045" y="2638044"/>
            <a:ext cx="10058399" cy="3101983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Complexity: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Traditional form builders can be complex and difficult to navigate for non-technical users.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Lack of Insight: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Many basic data collection tools lack built-in, real-time analytics to visualize trends immediately.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Security Concerns: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Ensuring respondent data is secure and verified (e.g., via authentication) is often an overlooked feature in simple form tools.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The Need: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There is a demand for a holistic solution that combines ease of design with powerful backend analytics and secure authentication.</a:t>
            </a:r>
          </a:p>
        </p:txBody>
      </p:sp>
    </p:spTree>
    <p:extLst>
      <p:ext uri="{BB962C8B-B14F-4D97-AF65-F5344CB8AC3E}">
        <p14:creationId xmlns:p14="http://schemas.microsoft.com/office/powerpoint/2010/main" val="3069693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83F80-EA26-02BD-0F15-D4EC02618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748935"/>
            <a:ext cx="7729728" cy="1188720"/>
          </a:xfrm>
        </p:spPr>
        <p:txBody>
          <a:bodyPr/>
          <a:lstStyle/>
          <a:p>
            <a:r>
              <a:rPr lang="en-IN" dirty="0"/>
              <a:t>Proposed Solution: </a:t>
            </a:r>
            <a:r>
              <a:rPr lang="en-IN" dirty="0" err="1"/>
              <a:t>FormFlow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09E96-D4EB-0798-468B-2457A5757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207" y="2250040"/>
            <a:ext cx="10654301" cy="4099389"/>
          </a:xfrm>
        </p:spPr>
        <p:txBody>
          <a:bodyPr>
            <a:normAutofit fontScale="92500"/>
          </a:bodyPr>
          <a:lstStyle/>
          <a:p>
            <a:pPr lvl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Intuitive Form Builder: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A user-friendly interface that lets users easily create and customize forms without coding.</a:t>
            </a:r>
          </a:p>
          <a:p>
            <a:pPr lvl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Versatile Question Types: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Supports various input methods including short text, paragraphs, multiple choice, checkboxes, and ratings.</a:t>
            </a:r>
          </a:p>
          <a:p>
            <a:pPr lvl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Real-Time Analytics: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Automatically generates charts and graphs to visualize responses as they come in.</a:t>
            </a:r>
          </a:p>
          <a:p>
            <a:pPr lvl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b="1" u="sng" dirty="0">
                <a:solidFill>
                  <a:schemeClr val="tx1"/>
                </a:solidFill>
                <a:latin typeface="Arial" panose="020B0604020202020204" pitchFamily="34" charset="0"/>
              </a:rPr>
              <a:t>Advanced Features:</a:t>
            </a:r>
            <a:endParaRPr lang="en-US" altLang="en-US" u="sng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Filtering: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Segment data based on specific answers.</a:t>
            </a:r>
          </a:p>
          <a:p>
            <a:pPr lvl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Data Export: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Download results in CSV, JSON, or PDF formats.</a:t>
            </a:r>
          </a:p>
          <a:p>
            <a:pPr lvl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Respondent Verification: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Option to require sign-in to capture verified email address</a:t>
            </a:r>
          </a:p>
          <a:p>
            <a:pPr marL="0" lvl="0" indent="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193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2CEC0-445B-491D-9DDF-EF1A3123E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3878" y="358517"/>
            <a:ext cx="7729728" cy="1188720"/>
          </a:xfrm>
        </p:spPr>
        <p:txBody>
          <a:bodyPr/>
          <a:lstStyle/>
          <a:p>
            <a:r>
              <a:rPr lang="en-IN" dirty="0"/>
              <a:t>Software &amp; Hardware Requirements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FBCF736-4B40-E66D-E3B0-6B658B715B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76728" y="1779339"/>
            <a:ext cx="10644027" cy="4632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b="1" dirty="0"/>
              <a:t>Software Requirements</a:t>
            </a:r>
            <a:endParaRPr lang="en-IN" sz="2000" dirty="0"/>
          </a:p>
          <a:p>
            <a:r>
              <a:rPr lang="en-IN" sz="2000" b="1" dirty="0"/>
              <a:t>Frontend Framework:</a:t>
            </a:r>
            <a:r>
              <a:rPr lang="en-IN" sz="2000" dirty="0"/>
              <a:t> Next.js (v15.5.9) with React (v19)</a:t>
            </a:r>
          </a:p>
          <a:p>
            <a:r>
              <a:rPr lang="en-IN" sz="2000" b="1" dirty="0"/>
              <a:t>Language:</a:t>
            </a:r>
            <a:r>
              <a:rPr lang="en-IN" sz="2000" dirty="0"/>
              <a:t> TypeScript for type safety</a:t>
            </a:r>
          </a:p>
          <a:p>
            <a:r>
              <a:rPr lang="en-IN" sz="2000" b="1" dirty="0"/>
              <a:t>Styling &amp; UI:</a:t>
            </a:r>
            <a:r>
              <a:rPr lang="en-IN" sz="2000" dirty="0"/>
              <a:t> Tailwind CSS and </a:t>
            </a:r>
            <a:r>
              <a:rPr lang="en-IN" sz="2000" dirty="0" err="1"/>
              <a:t>ShadCN</a:t>
            </a:r>
            <a:r>
              <a:rPr lang="en-IN" sz="2000" dirty="0"/>
              <a:t> UI for a responsive, modern design</a:t>
            </a:r>
          </a:p>
          <a:p>
            <a:r>
              <a:rPr lang="en-IN" sz="2000" b="1" dirty="0"/>
              <a:t>Backend &amp; Database:</a:t>
            </a:r>
            <a:r>
              <a:rPr lang="en-IN" sz="2000" dirty="0"/>
              <a:t> Firebase (Authentication &amp; Firestore)</a:t>
            </a:r>
          </a:p>
          <a:p>
            <a:r>
              <a:rPr lang="en-IN" sz="2000" b="1" dirty="0"/>
              <a:t>Visualization:</a:t>
            </a:r>
            <a:r>
              <a:rPr lang="en-IN" sz="2000" dirty="0"/>
              <a:t> Recharts for generating data charts</a:t>
            </a:r>
          </a:p>
          <a:p>
            <a:r>
              <a:rPr lang="en-IN" sz="2000" b="1" dirty="0"/>
              <a:t>Environment:</a:t>
            </a:r>
            <a:r>
              <a:rPr lang="en-IN" sz="2000" dirty="0"/>
              <a:t> Node.js environment (</a:t>
            </a:r>
            <a:r>
              <a:rPr lang="en-IN" sz="2000" dirty="0" err="1"/>
              <a:t>npm</a:t>
            </a:r>
            <a:r>
              <a:rPr lang="en-IN" sz="2000" dirty="0"/>
              <a:t> installed)</a:t>
            </a:r>
          </a:p>
          <a:p>
            <a:r>
              <a:rPr lang="en-IN" sz="2000" b="1" dirty="0"/>
              <a:t>Hardware Requirements</a:t>
            </a:r>
            <a:endParaRPr lang="en-IN" sz="2000" dirty="0"/>
          </a:p>
          <a:p>
            <a:r>
              <a:rPr lang="en-IN" sz="2000" b="1" dirty="0"/>
              <a:t>Development:</a:t>
            </a:r>
            <a:r>
              <a:rPr lang="en-IN" sz="2000" dirty="0"/>
              <a:t> Standard PC/Laptop capable of running Node.js.</a:t>
            </a:r>
          </a:p>
          <a:p>
            <a:r>
              <a:rPr lang="en-IN" sz="2000" b="1" dirty="0"/>
              <a:t>Client:</a:t>
            </a:r>
            <a:r>
              <a:rPr lang="en-IN" sz="2000" dirty="0"/>
              <a:t> Any device with a modern web browser (Laptop, Tablet, Smartphone) to access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816221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F46A6-3387-C814-B384-53E4DDB37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D3B3B-9050-8195-F4CD-34E14D896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11797"/>
            <a:ext cx="7729728" cy="1188720"/>
          </a:xfrm>
        </p:spPr>
        <p:txBody>
          <a:bodyPr/>
          <a:lstStyle/>
          <a:p>
            <a:r>
              <a:rPr lang="en-IN" dirty="0" err="1"/>
              <a:t>refernces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61B9E-4F60-1534-14CD-A48C74420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225" y="2276537"/>
            <a:ext cx="10225549" cy="3709593"/>
          </a:xfrm>
        </p:spPr>
        <p:txBody>
          <a:bodyPr>
            <a:normAutofit/>
          </a:bodyPr>
          <a:lstStyle/>
          <a:p>
            <a:pPr marL="0" lvl="0" indent="0"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 err="1">
                <a:solidFill>
                  <a:schemeClr val="tx1"/>
                </a:solidFill>
                <a:latin typeface="Arial" panose="020B0604020202020204" pitchFamily="34" charset="0"/>
              </a:rPr>
              <a:t>Formbricks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 (Open Source Alternative):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hlinkClick r:id="rId3"/>
              </a:rPr>
              <a:t>https://formbricks.com/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 err="1">
                <a:solidFill>
                  <a:schemeClr val="tx1"/>
                </a:solidFill>
                <a:latin typeface="Arial" panose="020B0604020202020204" pitchFamily="34" charset="0"/>
              </a:rPr>
              <a:t>OhMyForm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 (Open Source Alternative):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hlinkClick r:id="rId4"/>
              </a:rPr>
              <a:t>https://ohmyform.com/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Next.js Documentation: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hlinkClick r:id="rId5"/>
              </a:rPr>
              <a:t>https://nextjs.org/docs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Firebase (Backend Services):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hlinkClick r:id="rId6"/>
              </a:rPr>
              <a:t>https://firebase.google.com/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 err="1">
                <a:solidFill>
                  <a:schemeClr val="tx1"/>
                </a:solidFill>
                <a:latin typeface="Arial" panose="020B0604020202020204" pitchFamily="34" charset="0"/>
              </a:rPr>
              <a:t>ShadCN</a:t>
            </a: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 UI (Component Library):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hlinkClick r:id="rId7"/>
              </a:rPr>
              <a:t>https://ui.shadcn.com/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algn="ctr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Recharts (Data Visualization):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hlinkClick r:id="rId8"/>
              </a:rPr>
              <a:t>https://recharts.org/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052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4F720-B7EA-B719-05CF-3DFC9E527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11797"/>
            <a:ext cx="7729728" cy="1188720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35E4E-2CA0-D8F4-8909-D18397965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225" y="1957560"/>
            <a:ext cx="10225549" cy="4097053"/>
          </a:xfrm>
        </p:spPr>
        <p:txBody>
          <a:bodyPr>
            <a:normAutofit fontScale="92500"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Summary: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solidFill>
                  <a:schemeClr val="tx1"/>
                </a:solidFill>
                <a:latin typeface="Arial" panose="020B0604020202020204" pitchFamily="34" charset="0"/>
              </a:rPr>
              <a:t>FormFlow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successfully modernizes data collection by combining a high-performance tech stack (Next.js &amp; Firebase) with user-centric design.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Impact: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It empowers users to make data-driven decisions through instant analytics and accessible data export options.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Future Scope: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The platform is built to be scalable, secure, and customizable, making it a robust solution for surveys, feedback forms, and data gathering tasks.</a:t>
            </a:r>
          </a:p>
        </p:txBody>
      </p:sp>
    </p:spTree>
    <p:extLst>
      <p:ext uri="{BB962C8B-B14F-4D97-AF65-F5344CB8AC3E}">
        <p14:creationId xmlns:p14="http://schemas.microsoft.com/office/powerpoint/2010/main" val="423093246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{83FF2DEF-2A25-48EC-A554-302AAC846EBA}TFfb9a325e-b4a8-473d-b025-df086f5ae4937a5f077a-90802770140c</Template>
  <TotalTime>49</TotalTime>
  <Words>557</Words>
  <Application>Microsoft Office PowerPoint</Application>
  <PresentationFormat>Widescreen</PresentationFormat>
  <Paragraphs>48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Gill Sans MT</vt:lpstr>
      <vt:lpstr>Wingdings</vt:lpstr>
      <vt:lpstr>Parcel</vt:lpstr>
      <vt:lpstr>FormFlow A Modern Platform for Creating, Sharing, and Analyzing Online Forms</vt:lpstr>
      <vt:lpstr>Introduction</vt:lpstr>
      <vt:lpstr>Problem Statement</vt:lpstr>
      <vt:lpstr>Proposed Solution: FormFlow</vt:lpstr>
      <vt:lpstr>Software &amp; Hardware Requirements</vt:lpstr>
      <vt:lpstr>refernces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Ram</dc:creator>
  <cp:lastModifiedBy>Geetheshwar G</cp:lastModifiedBy>
  <cp:revision>2</cp:revision>
  <dcterms:created xsi:type="dcterms:W3CDTF">2026-01-20T18:18:50Z</dcterms:created>
  <dcterms:modified xsi:type="dcterms:W3CDTF">2026-01-21T02:17:06Z</dcterms:modified>
</cp:coreProperties>
</file>